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(yes)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</c:v>
                </c:pt>
                <c:pt idx="1">
                  <c:v>bert</c:v>
                </c:pt>
                <c:pt idx="2">
                  <c:v>random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0.737</c:v>
                </c:pt>
                <c:pt idx="1">
                  <c:v>0.762</c:v>
                </c:pt>
                <c:pt idx="2">
                  <c:v>0.0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 calls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bert</c:v>
                </c:pt>
                <c:pt idx="1">
                  <c:v>random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811.0</c:v>
                </c:pt>
                <c:pt idx="1">
                  <c:v>197.0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or Be Pruned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BERT-Augmented LLM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10972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Greenbaum   |   Alex McFarland   |   Aiden DeBoer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Final Project   · 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LLMs Don't Scale to Long Documents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LLM on every chunk of a long document is </a:t>
            </a:r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long document has nothing to do with the query — but the LLM still pays the price for every token.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943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option 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 on everything → slow, costly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option B: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random chunks → fast, but you lose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a smarter middle ground.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1554480"/>
            <a:ext cx="4480560" cy="4206240"/>
          </a:xfrm>
          <a:prstGeom prst="roundRect">
            <a:avLst>
              <a:gd name="adj" fmla="val 3261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22,000+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1520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scored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3840480"/>
            <a:ext cx="41148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(Llama-3.2-1B)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4389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315200" y="5212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classified  ·  same wall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Gate-Then-Classify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small, fast encoder as a pre-filter. Only the chunks that look relevant ever reach the LLM.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 into a tree of chunks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19456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Gate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sim(query, chunk) vs depth-scaled 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19456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24231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95360" y="3749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surviving leaves → tree aggregation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3063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60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chunk is semantically dissimilar to the query, the LLM probably doesn't need to see it.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Two Kinds of Transformers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" cy="4023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(Encoder)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  ·  22M params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small, GPU-cheap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= how related two pieces of text 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fine-tuning gives much better calibration than vanilla BERT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463040"/>
            <a:ext cx="109728" cy="40233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(Decoder)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Llama-3.2-1B-Instruct  ·  4-bit NF4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 &amp; follows instructions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memory-hungry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nuanced classification — yes/no on a passage given a question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how much text you feed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RAG: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retriever narrows down before LLM. We do it </a:t>
            </a:r>
            <a:pPr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document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a binary gate.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Google Natural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Google Search → Wikipedia. Annotators marked which passages contain a long-form answer. We turn it into a binary: does the article answer this query?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640080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wrote the music for the movie inception”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(2010 film) — full Wikipedia article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7091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709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has_answer = TRUE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73152" cy="12801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43800" y="1371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5438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examples (seed 42)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88036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2880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5438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— has_answer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4389120"/>
            <a:ext cx="73152" cy="12801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4380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43800" y="5074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200 examples, stratified by has_answer. We report F1 alongside accuracy.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Overview: Three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Gate-and-Chunk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0574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scores nodes vs query; prune below depth-scaled τ. Recursively split survivors.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10896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108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783080" y="31546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surviving leaves to Llama in batches of 8. Yes / No per leaf.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4023360"/>
            <a:ext cx="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46634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783080" y="47091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Aggregation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51663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leaf labels up. Hard mode: any-yes counts as yes (recall-first).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Gate-and-Chunk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6888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(root)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27432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8016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27432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33172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34840" y="274320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34840" y="2743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29768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297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1.1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91640" y="429768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691640" y="4297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1.2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0" y="4297680"/>
            <a:ext cx="0" cy="0"/>
          </a:xfrm>
          <a:prstGeom prst="roundRect">
            <a:avLst>
              <a:gd name="adj" fmla="val Infinity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828800" y="429768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429768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697480" y="4297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2.1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429768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11880" y="4297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2.2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1737360" y="2057400"/>
            <a:ext cx="146304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H="1">
            <a:off x="2788920" y="2057400"/>
            <a:ext cx="41148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200400" y="2057400"/>
            <a:ext cx="64008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200400" y="2057400"/>
            <a:ext cx="169164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 flipH="1">
            <a:off x="1165860" y="3200400"/>
            <a:ext cx="571500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737360" y="3200400"/>
            <a:ext cx="342900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788920" y="3200400"/>
            <a:ext cx="297180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788920" y="3200400"/>
            <a:ext cx="1211580" cy="1097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9377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49440" y="1417320"/>
            <a:ext cx="466344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7804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Depth-scaled threshold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78040" y="1965960"/>
            <a:ext cx="4297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17804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τ(d) = base + d × step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178040" y="2697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Lenient at the top (coarse chunks are noisy), strict at the bottom (sentences need real signal).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7804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sizes by depth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178040" y="384048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d=0:  ~380 words / 50 overlap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d=1:  ~150 words / 30 overlap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d=2:  ~40 words / 10 overlap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78040" y="5349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·  batch=32 per depth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LLM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Phase 1, all surviving leaves go to the LLM in one batched call per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0F153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65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(per leaf)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 binary classifier. Reply only "yes" or "no".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Question:  who wrote the music for inception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Passage:   …Hans Zimmer composed the soundtrack…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Does this passage answer the question?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1828800"/>
            <a:ext cx="4434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178040" y="1828800"/>
            <a:ext cx="109728" cy="41148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5236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Inference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2468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Llama-3.2-1B-Instruct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(TinyLlama-1.1B for quick tests)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338328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quantization on GPU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8 with left-padding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forced to {yes, no}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per surviving leaf — never on text BERT already rejected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Tree Aggregation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leaf labels back up the tree to a single document-level prediction.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45720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45720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45720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 (any-yes)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32918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201168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= YES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25880" y="379476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79476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379476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794760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2606040"/>
            <a:ext cx="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2606040"/>
            <a:ext cx="0" cy="685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mode (used in evaluation)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YES if any child is YES.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Recall-first: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a false positive than miss a real answer.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291840"/>
            <a:ext cx="4846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662940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mode (implemented, not used)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BERT scores at each node, threshold against doc_score_threshold.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29400" y="4526280"/>
            <a:ext cx="4846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62940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Tradeoff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2940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Any-yes is sensitive to LLM false positives — a single bad leaf flips the doc.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Tuning: Two-Pass Grid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914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 trees once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 on all nodes — done once on the training split. After this, threshold sweeps are free.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834640"/>
            <a:ext cx="91440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sweep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∈ [0.20, 0.65],  step ∈ [0.00, 0.30]   ·   0.05 increments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114800"/>
            <a:ext cx="91440" cy="10058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sweep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±0.08 window around best coarse result   ·   0.02 resolution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56032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91840" y="384048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8640" y="54864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5486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params:  base = 0.35,  step = 0.20,  doc_thresh = 0.50   →   train F1 = 0.808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configurations (training F1)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11680"/>
          <a:ext cx="5212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18872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0" y="45720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Tightening base/step prunes more, but lower base = many more LLM calls without an F1 gain.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0F153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64592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0" y="1645920"/>
            <a:ext cx="182880" cy="18288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17320" y="1645920"/>
            <a:ext cx="182880" cy="182880"/>
          </a:xfrm>
          <a:prstGeom prst="ellipse">
            <a:avLst/>
          </a:prstGeom>
          <a:solidFill>
            <a:srgbClr val="67E8F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86000" y="1645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classify_nq.py  —  bert mode  —  TinyLlama-1.1B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python classify_nq.py --tiny --modes bert --n 3 --local-data nq_200.json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  <a:r>
              <a:rPr lang="en-US" dirty="0"/>
              <a:t>[Device] Using: cuda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[LLM]   Model: TinyLlama/TinyLlama-1.1B-Chat-v1.0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[BERT] Loading sentence-transformers/all-MiniLM-L6-v2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weights:   0%|          | 0/103 [00:00&lt;?, ?it/s]</a:t>
            </a:r>
            <a:endParaRPr lang="en-US" sz="1200" dirty="0"/>
          </a:p>
          <a:p>
            <a:pPr indent="0" marL="0">
              <a:buNone/>
            </a:pPr>
            <a:endParaRPr lang="en-US" sz="1200" dirty="0"/>
            <a:r>
              <a:rPr lang="en-US" dirty="0"/>
              <a:t>Loading weights: 100%|##########| 103/103 [00:00&lt;00:00, 4577.82it/s]</a:t>
            </a:r>
          </a:p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_x001B_[1mBertModel LOAD REPORT_x001B_[0m from: sentence-transformers/all-MiniLM-L6-v2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                  | Status     |  |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------------------------+------------+--+-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embeddings.position_ids | UNEXPECTED |  |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walk-through: load models → run on a single NQ example → show pruned vs surviving nodes → final label.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Three Modes on 200 NQ Examples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(yes)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full  (oracle 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3,634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bert 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3,098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random  (control)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31520" y="4069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LLM calls than full mode (23,537 vs. 63,484)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39319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80560" y="4069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pp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48056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 full mode (68% vs. 67%)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393192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75320" y="4069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0.806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27532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 on 200 NQ examples (TinyLlama-1.1B)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Result: Bert Beats Full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positive class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371600"/>
            <a:ext cx="4297680" cy="4617720"/>
          </a:xfrm>
          <a:prstGeom prst="roundRect">
            <a:avLst>
              <a:gd name="adj" fmla="val 2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43800" y="1874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prunes 41.5% of nodes before calling the LLM. Full mode calls the LLM on every node.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mode: 67% accuracy, F1 = 0.802, 63,484 LLM calls.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4380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mode: 68% accuracy, F1 = 0.806, only 23,537 LLM calls (2.7x fewer).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43800" y="402336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543800" y="42062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matches or beats full mode quality at a fraction of the cost. Pruning irrelevant text actually helps.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BERT Mode Makes MORE LLM Calls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(lower is cheaper, but…)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371600"/>
            <a:ext cx="475488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1554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tree pruning happens matters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86600" y="228600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pruning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nodes at every depth equally — top-level nodes die early, wiping out whole subtrees that are never explored.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3931920"/>
            <a:ext cx="42976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086600" y="406908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pruning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relevant parents alive → more children get created and scored → more leaves survive.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isn't more efficient — it's destructive. It does fewer LLM calls because it deletes large chunks of the tree before ever looking at them.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73152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Weaknesses,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— swap encoder or LLM independently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Depth-scaled threshold is simple &amp; interpretable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is cheap: build trees once, replay sweeps for free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control directly tests whether semantic signal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43400" y="1463040"/>
            <a:ext cx="3657600" cy="5029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8056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bounded by encoder quality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1B-param LLM, not production-scale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"any-yes" aggregation is sensitive to false positives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7532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eval set — confidence intervals, per-domain breakdowns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gating model on (query, chunk, label)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binary — span extraction, multi-class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 tokens / dollars, not just call 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CS4964  |  Spring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cheap encoder can do most of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lifting before you ever touch a big LLM.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1097280" cy="45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accuracy   ·   F1 = 0.806   ·   2.7x fewer LLM calls than full mode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github.com/FreeThings/bert-llm-pruning   ·   CS4964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BERT-Augmented LLM Text Classification</dc:title>
  <dc:subject>PptxGenJS Presentation</dc:subject>
  <dc:creator>Greenbaum, McFarland, DeBoer</dc:creator>
  <cp:lastModifiedBy>Greenbaum, McFarland, DeBoer</cp:lastModifiedBy>
  <cp:revision>1</cp:revision>
  <dcterms:created xsi:type="dcterms:W3CDTF">2026-04-27T21:46:09Z</dcterms:created>
  <dcterms:modified xsi:type="dcterms:W3CDTF">2026-04-27T21:46:09Z</dcterms:modified>
</cp:coreProperties>
</file>